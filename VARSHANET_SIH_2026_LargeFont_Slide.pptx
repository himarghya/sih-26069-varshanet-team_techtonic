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VARSHANET 2.0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National Weather Big Data Analytics, Real-Time AI Verification &amp; Citizen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Solution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Multi-Source Ingestion &amp; Fallbacks: </a:t>
            </a:r>
            <a:r>
              <a:rPr b="0" sz="1100">
                <a:solidFill>
                  <a:srgbClr val="334155"/>
                </a:solidFill>
              </a:rPr>
              <a:t>Ingests 33 IMD radars, CWC gauges, and citizen PWAs with Open-Meteo auto-failovers.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AI Deduplication &amp; Clustering: </a:t>
            </a:r>
            <a:r>
              <a:rPr b="0" sz="1100">
                <a:solidFill>
                  <a:srgbClr val="334155"/>
                </a:solidFill>
              </a:rPr>
              <a:t>64-bit SimHash + HDBSCAN groups 1,000+ noisy raw reports into 8 verified incident clusters.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Costed Cloud Backbone: </a:t>
            </a:r>
            <a:r>
              <a:rPr b="0" sz="1100">
                <a:solidFill>
                  <a:srgbClr val="334155"/>
                </a:solidFill>
              </a:rPr>
              <a:t>Built on FastAPI, Kafka &amp; PostGIS on MeitY Cloud (~$380/mo) with sub-10s live latency.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03320"/>
            <a:ext cx="5303520" cy="2834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Problem Addressing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• Eliminates Social Noise: </a:t>
            </a:r>
            <a:r>
              <a:rPr b="0" sz="1100">
                <a:solidFill>
                  <a:srgbClr val="334155"/>
                </a:solidFill>
              </a:rPr>
              <a:t>Transforms raw social media noise into verified incident cards with demographic risk exposure.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• 7-Class Multilingual NLP: </a:t>
            </a:r>
            <a:r>
              <a:rPr b="0" sz="1100">
                <a:solidFill>
                  <a:srgbClr val="334155"/>
                </a:solidFill>
              </a:rPr>
              <a:t>RoBERTa categorizes 7 hazard classes across 5 Indian languages with macro F1 &gt;= 0.94.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• Tactical Geospatial Grid: </a:t>
            </a:r>
            <a:r>
              <a:rPr b="0" sz="1100">
                <a:solidFill>
                  <a:srgbClr val="334155"/>
                </a:solidFill>
              </a:rPr>
              <a:t>Live map integrates 8 NDRF Base Depots (boats/divers), CWC River Corridors &amp; Lightning strikes.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• Privacy &amp; Anti-Abuse: </a:t>
            </a:r>
            <a:r>
              <a:rPr b="0" sz="1100">
                <a:solidFill>
                  <a:srgbClr val="334155"/>
                </a:solidFill>
              </a:rPr>
              <a:t>Auto-scrubs PII, applies 500m geohash masking, and token-bucket rate limits against bots.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097280"/>
            <a:ext cx="5532120" cy="5440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Innovation and Uniqueness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Explainable VayuScore (0–100): </a:t>
            </a:r>
            <a:r>
              <a:rPr b="0" sz="1100">
                <a:solidFill>
                  <a:srgbClr val="334155"/>
                </a:solidFill>
              </a:rPr>
              <a:t>Transparent TreeSHAP score attribution (Source Trust + Corroboration + Photo Forensics + Radar Agreement).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CLIP Vision Media Forensics: </a:t>
            </a:r>
            <a:r>
              <a:rPr b="0" sz="1100">
                <a:solidFill>
                  <a:srgbClr val="334155"/>
                </a:solidFill>
              </a:rPr>
              <a:t>Uses CLIP ViT and HSV turbidity to instantly flag recycled/altered disaster photos from past events.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1h–3h Severity Forecaster: </a:t>
            </a:r>
            <a:r>
              <a:rPr b="0" sz="1100">
                <a:solidFill>
                  <a:srgbClr val="334155"/>
                </a:solidFill>
              </a:rPr>
              <a:t>Predicts escalation (Moderate to Critical) providing NDRF a 60–180 min early operational window.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Street View Ground-Truth: </a:t>
            </a:r>
            <a:r>
              <a:rPr b="0" sz="1100">
                <a:solidFill>
                  <a:srgbClr val="334155"/>
                </a:solidFill>
              </a:rPr>
              <a:t>1-click 360° Google Street View pinpoint of flooded underpasses and arterial roads.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Automated 𝕏 Dispatcher &amp; Radio: </a:t>
            </a:r>
            <a:r>
              <a:rPr b="0" sz="1100">
                <a:solidFill>
                  <a:srgbClr val="334155"/>
                </a:solidFill>
              </a:rPr>
              <a:t>1-click Red Alert publishing directly to 𝕏 (Twitter) and synthesized emergency audio bulletins.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1-Click Standards Interoperability: </a:t>
            </a:r>
            <a:r>
              <a:rPr b="0" sz="1100">
                <a:solidFill>
                  <a:srgbClr val="334155"/>
                </a:solidFill>
              </a:rPr>
              <a:t>Instant export of CAP 1.2 XML early warnings and official NDMA Situation Report (SitRep) PDFs.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